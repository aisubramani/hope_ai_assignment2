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96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0811-3847-5E03-B25F-92853EAF1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04997-6C19-8ADE-958C-29B35BEB8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461BB-F9F0-803E-0598-8D1F63AC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D5019-92AF-63D5-727D-75027DDF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FF80D-2F29-B332-A2ED-D6EFA283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8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48F-C519-CF52-F8F2-3DBB5B01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6A1F-A85C-6A09-4305-7271C768D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720A3-BE70-0967-63E7-D328C5A9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B6D57-E929-88B5-B09F-A068B7FD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4CAA4-AB67-135D-CB1A-99216CDF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1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A0FA-2763-FEE1-D6BA-FB1AA71B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F587F-37B2-5F37-542B-50728889D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4BC95-C490-61E5-17EC-80E6DBB0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F8102-6EFB-95B6-EE8F-FAC00867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13DA9-DE6E-D0D4-EF27-6B627AE1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0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EDD4-D826-9436-125E-72FB859F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48DCD-FE82-D2D3-0074-36949BCB2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793A-D695-292B-90E6-F056F6A2E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740A8-9D96-34C9-10ED-BA331383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9698-5280-ECEC-E80D-86D39BE9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9E7F-6AAD-127E-BF09-07BB45BA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3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7001-FF61-A900-2016-9DBDA3ED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F3254-3AAA-CDFA-18D8-78957AF75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BE808-6F60-8BDB-8898-23CA3C835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60EC5-ADC2-8963-4AA5-96081B33A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E2BD1-E3C8-9E04-5EB8-F20637FF5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01D8E8-6F6C-4753-2B71-5145AA7B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185E0-41E2-2692-9A34-E098D8AB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702F7-E8EE-AEDB-564B-DABBD1EB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5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79C6-5320-99A3-29A9-7730583C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1B818-4B07-EBB1-25E0-45CD5D87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B3DB-B812-3246-94DA-E514D72D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35148-ED84-6DEE-FA18-FBEA3372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2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BA31F-9B78-24BA-39DE-2EE3D251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338CA-4507-5AA7-11CD-8D7FA2D0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AF6B-2CE9-CCF6-41FC-4F5D6D90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1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4549-91BE-F281-1C0E-C26255E0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32113-E8B0-E423-03CB-F0028E2F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D43D6-E673-A7EB-2960-27394281E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AD47B-E2E8-57B7-C932-6EDA218B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64528-EF6D-8F70-A0FC-7446C637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0115F-6E5F-B7C8-690B-D6408A1C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2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182E-C893-A2F1-5E01-5D4F7270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418B3-2B15-F57B-1C9A-BBD347BDF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552D0-0B03-0CFA-0A0E-E462BF11D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4C4DA-6705-ED60-87B4-09FD71E7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F5273-E33F-AC25-7793-C7BF06B0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C083B-FE69-5921-1D5A-D06E125A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6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E557-C1C0-D27D-C7A5-3D8B2703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3E7B3-A654-234A-931B-B233FCE91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5D67C-26E4-C173-709F-C1161C3F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91128-CC67-BD62-29A9-7AA66C2E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D149A-EF86-74D6-B82F-FD95F6F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F184F-F6EA-4474-A47C-C011083BB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31FCC-8743-A491-81F5-1E65A8FB7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AF2D1-B193-49D2-49FD-6A96FD87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E8677-3BAA-48E6-E6FC-2FC170AB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B8B91-2488-A6F1-5830-AF1AB3E4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3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534BB-B7AA-C73C-1D88-913391109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F21E8-ECD1-65C2-B090-A39B3E589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46D4-9749-CBF6-44D0-C0FF34531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89B62-98F9-47EE-87A7-4C15E5CD3F95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960A3-8F37-E9EA-2AB6-24BDEAE0F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A6221-AFE4-C0DE-455B-424BD6339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CD27B-BF86-4707-BE79-AB4DCDC35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56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D7AA8E-0846-2BB8-319D-7A1224A962EA}"/>
              </a:ext>
            </a:extLst>
          </p:cNvPr>
          <p:cNvSpPr txBox="1"/>
          <p:nvPr/>
        </p:nvSpPr>
        <p:spPr>
          <a:xfrm>
            <a:off x="428996" y="524332"/>
            <a:ext cx="609501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Amazon Web Services (AWS)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Launched: 2006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 leader globally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services: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EC2 (Compute)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S3 (Storage)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RDS (Database)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Lambda (Serverless)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by: Netflix, Airbnb, NASA</a:t>
            </a:r>
            <a:br>
              <a:rPr lang="en-US" dirty="0"/>
            </a:br>
            <a:r>
              <a:rPr lang="en-US" dirty="0"/>
              <a:t>✅ Best for scalability &amp; enterprise workloads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Microsoft Azure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integration with Microsoft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services: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Azure Virtual Machines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Azure App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Azure SQL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Azure Active Directory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by: Enterprises, governments</a:t>
            </a:r>
            <a:br>
              <a:rPr lang="en-US" dirty="0"/>
            </a:br>
            <a:r>
              <a:rPr lang="en-US" dirty="0"/>
              <a:t>✅ Best for Windows, .NET, Hybrid Cloud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2DB53-6B31-DB2F-0E10-EC68D28119B7}"/>
              </a:ext>
            </a:extLst>
          </p:cNvPr>
          <p:cNvSpPr txBox="1"/>
          <p:nvPr/>
        </p:nvSpPr>
        <p:spPr>
          <a:xfrm>
            <a:off x="6141027" y="524332"/>
            <a:ext cx="60950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Google Cloud Platform (GCP)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Known for performance &amp; AI/ML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services: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 Engine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Cloud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BigQuery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Vertex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by: Spotify, Twitter</a:t>
            </a:r>
            <a:br>
              <a:rPr lang="en-US" dirty="0"/>
            </a:br>
            <a:r>
              <a:rPr lang="en-US" dirty="0"/>
              <a:t>✅ Best for data analytics &amp; AI workloads</a:t>
            </a:r>
          </a:p>
        </p:txBody>
      </p:sp>
    </p:spTree>
    <p:extLst>
      <p:ext uri="{BB962C8B-B14F-4D97-AF65-F5344CB8AC3E}">
        <p14:creationId xmlns:p14="http://schemas.microsoft.com/office/powerpoint/2010/main" val="737437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0F930-77B3-0D67-D524-8244C6628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376B4C-AF35-5E55-6C1F-106F30941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704773"/>
              </p:ext>
            </p:extLst>
          </p:nvPr>
        </p:nvGraphicFramePr>
        <p:xfrm>
          <a:off x="790698" y="3852853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88240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984248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373708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2060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25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 Share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795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AI/ML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61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Enterprise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10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Learning Curve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32169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66A71A7-7C38-FF13-F3D2-3F7954F86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19" y="3429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Simple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9C85AF-C3B9-A3B2-2112-1544F338F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59" y="18982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Best Choice (Quick Guide)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Startup /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GCP / AWS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/ Corporate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Big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GCP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Internal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Private / Hybrid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89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5BE2-49AA-B414-0B46-9016DBD3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6AF86C-7CAE-1547-E4E0-BAAE6124AC78}"/>
              </a:ext>
            </a:extLst>
          </p:cNvPr>
          <p:cNvSpPr txBox="1"/>
          <p:nvPr/>
        </p:nvSpPr>
        <p:spPr>
          <a:xfrm>
            <a:off x="3047505" y="751344"/>
            <a:ext cx="609501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What is Serverless?</a:t>
            </a:r>
          </a:p>
          <a:p>
            <a:pPr>
              <a:buNone/>
            </a:pPr>
            <a:r>
              <a:rPr lang="en-US" b="1" dirty="0"/>
              <a:t>Serverless</a:t>
            </a:r>
            <a:r>
              <a:rPr lang="en-US" dirty="0"/>
              <a:t> is a cloud execution model where you write code and the cloud provider runs it </a:t>
            </a:r>
            <a:r>
              <a:rPr lang="en-US" b="1" dirty="0"/>
              <a:t>without managing servers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Common services: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AWS Lambda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Azure Functions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Google Cloud Functions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🧭 Serverless Procedure (Step-by-Step)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a function (Python / JS)</a:t>
            </a:r>
          </a:p>
          <a:p>
            <a:pPr>
              <a:buFont typeface="+mj-lt"/>
              <a:buAutoNum type="arabicPeriod"/>
            </a:pPr>
            <a:r>
              <a:rPr lang="en-US" dirty="0"/>
              <a:t>Upload code to cloud platform</a:t>
            </a:r>
          </a:p>
          <a:p>
            <a:pPr>
              <a:buFont typeface="+mj-lt"/>
              <a:buAutoNum type="arabicPeriod"/>
            </a:pPr>
            <a:r>
              <a:rPr lang="en-US" dirty="0"/>
              <a:t>Define trigger (HTTP, event, </a:t>
            </a:r>
            <a:r>
              <a:rPr lang="en-US" dirty="0" err="1"/>
              <a:t>cron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/>
              <a:t>Cloud auto-creates runtime</a:t>
            </a:r>
          </a:p>
          <a:p>
            <a:pPr>
              <a:buFont typeface="+mj-lt"/>
              <a:buAutoNum type="arabicPeriod"/>
            </a:pPr>
            <a:r>
              <a:rPr lang="en-US" dirty="0"/>
              <a:t>Function executes on request</a:t>
            </a:r>
          </a:p>
          <a:p>
            <a:pPr>
              <a:buFont typeface="+mj-lt"/>
              <a:buAutoNum type="arabicPeriod"/>
            </a:pPr>
            <a:r>
              <a:rPr lang="en-US" dirty="0"/>
              <a:t>Auto-scales &amp; shuts down after execution</a:t>
            </a:r>
          </a:p>
          <a:p>
            <a:pPr>
              <a:buNone/>
            </a:pPr>
            <a:r>
              <a:rPr lang="en-US" dirty="0"/>
              <a:t>📌 </a:t>
            </a:r>
            <a:r>
              <a:rPr lang="en-US" b="1" dirty="0"/>
              <a:t>Best for</a:t>
            </a:r>
            <a:r>
              <a:rPr lang="en-US" dirty="0"/>
              <a:t>: APIs, event-driven tasks, lightweight AI inference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Not for</a:t>
            </a:r>
            <a:r>
              <a:rPr lang="en-US" dirty="0"/>
              <a:t>: Long-running jobs, heavy ML training</a:t>
            </a:r>
          </a:p>
        </p:txBody>
      </p:sp>
    </p:spTree>
    <p:extLst>
      <p:ext uri="{BB962C8B-B14F-4D97-AF65-F5344CB8AC3E}">
        <p14:creationId xmlns:p14="http://schemas.microsoft.com/office/powerpoint/2010/main" val="180189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AF81-7189-ED2D-0CD5-305D449B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F22FD-30D8-A811-A65C-33A8B5C7AFBB}"/>
              </a:ext>
            </a:extLst>
          </p:cNvPr>
          <p:cNvSpPr txBox="1"/>
          <p:nvPr/>
        </p:nvSpPr>
        <p:spPr>
          <a:xfrm>
            <a:off x="1076201" y="408479"/>
            <a:ext cx="60950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Docker – </a:t>
            </a:r>
            <a:r>
              <a:rPr lang="en-US" b="1" i="1" dirty="0"/>
              <a:t>Package Once, Run Anywhere</a:t>
            </a:r>
            <a:endParaRPr lang="en-US" b="1" dirty="0"/>
          </a:p>
          <a:p>
            <a:pPr>
              <a:buNone/>
            </a:pPr>
            <a:r>
              <a:rPr lang="en-US" b="1" dirty="0"/>
              <a:t>🔹 What is Docker?</a:t>
            </a:r>
          </a:p>
          <a:p>
            <a:pPr>
              <a:buNone/>
            </a:pPr>
            <a:r>
              <a:rPr lang="en-US" b="1" dirty="0"/>
              <a:t>Docker</a:t>
            </a:r>
            <a:r>
              <a:rPr lang="en-US" dirty="0"/>
              <a:t> is a container platform that packages: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Runtime</a:t>
            </a:r>
            <a:br>
              <a:rPr lang="en-US" dirty="0"/>
            </a:br>
            <a:r>
              <a:rPr lang="en-US" dirty="0"/>
              <a:t>into a </a:t>
            </a:r>
            <a:r>
              <a:rPr lang="en-US" b="1" dirty="0"/>
              <a:t>container image</a:t>
            </a:r>
            <a:endParaRPr lang="en-US" dirty="0"/>
          </a:p>
          <a:p>
            <a:pPr>
              <a:buNone/>
            </a:pPr>
            <a:r>
              <a:rPr lang="en-US" dirty="0"/>
              <a:t>Tool: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6EC61-D4AC-DADE-43BC-820A69E3C927}"/>
              </a:ext>
            </a:extLst>
          </p:cNvPr>
          <p:cNvSpPr txBox="1"/>
          <p:nvPr/>
        </p:nvSpPr>
        <p:spPr>
          <a:xfrm>
            <a:off x="6218217" y="0"/>
            <a:ext cx="609501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3️⃣ Kubernetes – </a:t>
            </a:r>
            <a:r>
              <a:rPr lang="en-US" b="1" i="1" dirty="0"/>
              <a:t>Manage Containers at Scale</a:t>
            </a:r>
            <a:endParaRPr lang="en-US" b="1" dirty="0"/>
          </a:p>
          <a:p>
            <a:pPr>
              <a:buNone/>
            </a:pPr>
            <a:r>
              <a:rPr lang="en-US" b="1" dirty="0"/>
              <a:t>🔹 What is Kubernetes?</a:t>
            </a:r>
          </a:p>
          <a:p>
            <a:pPr>
              <a:buNone/>
            </a:pPr>
            <a:r>
              <a:rPr lang="en-US" b="1" dirty="0"/>
              <a:t>Kubernetes</a:t>
            </a:r>
            <a:r>
              <a:rPr lang="en-US" dirty="0"/>
              <a:t> is a container orchestration system that manages </a:t>
            </a:r>
            <a:r>
              <a:rPr lang="en-US" b="1" dirty="0"/>
              <a:t>many Docker containers</a:t>
            </a:r>
            <a:r>
              <a:rPr lang="en-US" dirty="0"/>
              <a:t> across servers.</a:t>
            </a:r>
          </a:p>
          <a:p>
            <a:pPr>
              <a:buNone/>
            </a:pPr>
            <a:r>
              <a:rPr lang="en-US" dirty="0"/>
              <a:t>Platforms: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Kubernetes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 EKS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Azure AKS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Google GKE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🧭 Kubernetes Procedure</a:t>
            </a:r>
          </a:p>
          <a:p>
            <a:pPr>
              <a:buFont typeface="+mj-lt"/>
              <a:buAutoNum type="arabicPeriod"/>
            </a:pPr>
            <a:r>
              <a:rPr lang="en-US" dirty="0"/>
              <a:t>Build Docker image</a:t>
            </a:r>
          </a:p>
          <a:p>
            <a:pPr>
              <a:buFont typeface="+mj-lt"/>
              <a:buAutoNum type="arabicPeriod"/>
            </a:pPr>
            <a:r>
              <a:rPr lang="en-US" dirty="0"/>
              <a:t>Push image to registry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Kubernetes YAML files</a:t>
            </a:r>
          </a:p>
          <a:p>
            <a:pPr>
              <a:buFont typeface="+mj-lt"/>
              <a:buAutoNum type="arabicPeriod"/>
            </a:pPr>
            <a:r>
              <a:rPr lang="en-US" dirty="0"/>
              <a:t>Deploy containers as Pods</a:t>
            </a:r>
          </a:p>
          <a:p>
            <a:pPr>
              <a:buFont typeface="+mj-lt"/>
              <a:buAutoNum type="arabicPeriod"/>
            </a:pPr>
            <a:r>
              <a:rPr lang="en-US" dirty="0"/>
              <a:t>Kubernetes manages: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Scaling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Load balancing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Self-healing</a:t>
            </a:r>
          </a:p>
          <a:p>
            <a:pPr>
              <a:buFont typeface="+mj-lt"/>
              <a:buAutoNum type="arabicPeriod"/>
            </a:pPr>
            <a:r>
              <a:rPr lang="en-US" dirty="0"/>
              <a:t>Monitor &amp; update services</a:t>
            </a:r>
          </a:p>
          <a:p>
            <a:pPr>
              <a:buNone/>
            </a:pPr>
            <a:r>
              <a:rPr lang="en-US" dirty="0"/>
              <a:t>📌 </a:t>
            </a:r>
            <a:r>
              <a:rPr lang="en-US" b="1" dirty="0"/>
              <a:t>Best for</a:t>
            </a:r>
            <a:r>
              <a:rPr lang="en-US" dirty="0"/>
              <a:t>: Large-scale systems, enterprise AI platforms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Complexity</a:t>
            </a:r>
            <a:r>
              <a:rPr lang="en-US" dirty="0"/>
              <a:t>: Steep learning 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2609B-E43B-CBF7-DC6A-20B498A3E200}"/>
              </a:ext>
            </a:extLst>
          </p:cNvPr>
          <p:cNvSpPr txBox="1"/>
          <p:nvPr/>
        </p:nvSpPr>
        <p:spPr>
          <a:xfrm>
            <a:off x="749630" y="3513876"/>
            <a:ext cx="60950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🧭 Docker Procedure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application code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dirty="0" err="1">
                <a:latin typeface="Courier New" panose="02070309020205020404" pitchFamily="49" charset="0"/>
              </a:rPr>
              <a:t>Dockerfile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Build Docker image</a:t>
            </a:r>
          </a:p>
          <a:p>
            <a:pPr>
              <a:buFont typeface="+mj-lt"/>
              <a:buAutoNum type="arabicPeriod"/>
            </a:pPr>
            <a:r>
              <a:rPr lang="en-US" dirty="0"/>
              <a:t>Test image locally</a:t>
            </a:r>
          </a:p>
          <a:p>
            <a:pPr>
              <a:buFont typeface="+mj-lt"/>
              <a:buAutoNum type="arabicPeriod"/>
            </a:pPr>
            <a:r>
              <a:rPr lang="en-US" dirty="0"/>
              <a:t>Push image to container registry</a:t>
            </a:r>
          </a:p>
          <a:p>
            <a:pPr>
              <a:buFont typeface="+mj-lt"/>
              <a:buAutoNum type="arabicPeriod"/>
            </a:pPr>
            <a:r>
              <a:rPr lang="en-US" dirty="0"/>
              <a:t>Run container on any server/cloud</a:t>
            </a:r>
          </a:p>
          <a:p>
            <a:pPr>
              <a:buNone/>
            </a:pPr>
            <a:r>
              <a:rPr lang="en-US" dirty="0"/>
              <a:t>📌 </a:t>
            </a:r>
            <a:r>
              <a:rPr lang="en-US" b="1" dirty="0"/>
              <a:t>Best for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, Django, AI apps, microservices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Limitation</a:t>
            </a:r>
            <a:r>
              <a:rPr lang="en-US" dirty="0"/>
              <a:t>: No auto-scaling by default</a:t>
            </a:r>
          </a:p>
        </p:txBody>
      </p:sp>
    </p:spTree>
    <p:extLst>
      <p:ext uri="{BB962C8B-B14F-4D97-AF65-F5344CB8AC3E}">
        <p14:creationId xmlns:p14="http://schemas.microsoft.com/office/powerpoint/2010/main" val="345302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7E4C-7A9B-0AA0-DCC3-C275839B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95F01A-9748-BD5F-682B-9CD260CBC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813095"/>
              </p:ext>
            </p:extLst>
          </p:nvPr>
        </p:nvGraphicFramePr>
        <p:xfrm>
          <a:off x="624445" y="980211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348654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12729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729047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6339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Kubernetes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97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Automated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10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0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Pay per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VM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96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53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 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 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⭐⭐⭐⭐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01493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4401FFA-4FE6-B43F-EC0B-3E23D9F27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881" y="587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🔁 Quick Comparison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D5977-E20D-86C4-6225-62C78E6BA0F5}"/>
              </a:ext>
            </a:extLst>
          </p:cNvPr>
          <p:cNvSpPr txBox="1"/>
          <p:nvPr/>
        </p:nvSpPr>
        <p:spPr>
          <a:xfrm>
            <a:off x="760020" y="3567132"/>
            <a:ext cx="63889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When to Use What?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Small API / webhook</a:t>
            </a:r>
            <a:r>
              <a:rPr lang="en-US" dirty="0"/>
              <a:t> → Serverless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FastAPI</a:t>
            </a:r>
            <a:r>
              <a:rPr lang="en-US" b="1" dirty="0"/>
              <a:t> / Django app</a:t>
            </a:r>
            <a:r>
              <a:rPr lang="en-US" dirty="0"/>
              <a:t> → Docker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Enterprise AI / Microservices</a:t>
            </a:r>
            <a:r>
              <a:rPr lang="en-US" dirty="0"/>
              <a:t> → Kubernetes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PrivateRAG</a:t>
            </a:r>
            <a:r>
              <a:rPr lang="en-US" b="1" dirty="0"/>
              <a:t> AI (your project)</a:t>
            </a:r>
            <a:r>
              <a:rPr lang="en-US" dirty="0"/>
              <a:t> → Docker + Kubernetes ✅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🧩 One-Line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Serverless</a:t>
            </a:r>
            <a:r>
              <a:rPr lang="en-US" dirty="0"/>
              <a:t> = Run code without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</a:t>
            </a:r>
            <a:r>
              <a:rPr lang="en-US" dirty="0"/>
              <a:t> = Package app consistently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Kubernetes</a:t>
            </a:r>
            <a:r>
              <a:rPr lang="en-US" dirty="0"/>
              <a:t> = Control containers at scale</a:t>
            </a:r>
          </a:p>
        </p:txBody>
      </p:sp>
    </p:spTree>
    <p:extLst>
      <p:ext uri="{BB962C8B-B14F-4D97-AF65-F5344CB8AC3E}">
        <p14:creationId xmlns:p14="http://schemas.microsoft.com/office/powerpoint/2010/main" val="22791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CC4A7-6772-E07E-237E-7980B167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CB9291-F9C5-36F5-F5F8-5277DFBCAB2D}"/>
              </a:ext>
            </a:extLst>
          </p:cNvPr>
          <p:cNvSpPr txBox="1"/>
          <p:nvPr/>
        </p:nvSpPr>
        <p:spPr>
          <a:xfrm>
            <a:off x="1145969" y="428178"/>
            <a:ext cx="96012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Note: before this procedure , your flask ml project should work locally</a:t>
            </a:r>
          </a:p>
          <a:p>
            <a:endParaRPr lang="en-US" sz="1600" dirty="0"/>
          </a:p>
          <a:p>
            <a:r>
              <a:rPr lang="en-US" sz="1600" dirty="0"/>
              <a:t>Step1: Create Google Account</a:t>
            </a:r>
          </a:p>
          <a:p>
            <a:r>
              <a:rPr lang="en-US" sz="1600" dirty="0"/>
              <a:t>Step2: Go to Google Console</a:t>
            </a:r>
          </a:p>
          <a:p>
            <a:r>
              <a:rPr lang="en-US" sz="1600" dirty="0"/>
              <a:t>Step3: Activate the free Credits</a:t>
            </a:r>
          </a:p>
          <a:p>
            <a:r>
              <a:rPr lang="en-US" sz="1600" dirty="0"/>
              <a:t>Step4: Go to IAM from left side three stacked horizontal line </a:t>
            </a:r>
          </a:p>
          <a:p>
            <a:r>
              <a:rPr lang="en-US" sz="1600" dirty="0"/>
              <a:t>Step5: In the left side option "Managed Resource"</a:t>
            </a:r>
          </a:p>
          <a:p>
            <a:r>
              <a:rPr lang="en-US" sz="1600" dirty="0"/>
              <a:t>Step6: Click "Create Project"</a:t>
            </a:r>
          </a:p>
          <a:p>
            <a:r>
              <a:rPr lang="en-US" sz="1600" dirty="0"/>
              <a:t>Step7: In Project Id: "give proper project name in lower case"</a:t>
            </a:r>
          </a:p>
          <a:p>
            <a:r>
              <a:rPr lang="en-US" sz="1600" dirty="0"/>
              <a:t>Step8: Download Google Cloud SDK using below link </a:t>
            </a:r>
          </a:p>
          <a:p>
            <a:endParaRPr lang="en-US" sz="1600" dirty="0"/>
          </a:p>
          <a:p>
            <a:r>
              <a:rPr lang="en-US" sz="1600" dirty="0"/>
              <a:t>https://dl.google.com/dl/cloudsdk/channels/rapid/GoogleCloudSDKinstaller.exe</a:t>
            </a:r>
          </a:p>
          <a:p>
            <a:endParaRPr lang="en-US" sz="1600" dirty="0"/>
          </a:p>
          <a:p>
            <a:r>
              <a:rPr lang="en-US" sz="1600" dirty="0"/>
              <a:t>Stpe9: Install the downloaded .exe file.</a:t>
            </a:r>
          </a:p>
          <a:p>
            <a:r>
              <a:rPr lang="en-US" sz="1600" dirty="0"/>
              <a:t>Step10: After installation, open --&gt; Command Prompt</a:t>
            </a:r>
          </a:p>
          <a:p>
            <a:r>
              <a:rPr lang="en-US" sz="1600" dirty="0"/>
              <a:t>Step11:Navigate to the working Directory</a:t>
            </a:r>
          </a:p>
          <a:p>
            <a:endParaRPr lang="en-US" sz="1600" dirty="0"/>
          </a:p>
          <a:p>
            <a:r>
              <a:rPr lang="en-US" sz="1600" dirty="0"/>
              <a:t>Step12:Create </a:t>
            </a:r>
            <a:r>
              <a:rPr lang="en-US" sz="1600" dirty="0" err="1"/>
              <a:t>app.yaml</a:t>
            </a:r>
            <a:r>
              <a:rPr lang="en-US" sz="1600" dirty="0"/>
              <a:t> (Must for App Engine Deployment)--&gt; echo. &gt; </a:t>
            </a:r>
            <a:r>
              <a:rPr lang="en-US" sz="1600" dirty="0" err="1"/>
              <a:t>yourfile.yaml</a:t>
            </a:r>
            <a:endParaRPr lang="en-US" sz="1600" dirty="0"/>
          </a:p>
          <a:p>
            <a:r>
              <a:rPr lang="en-US" sz="1600" dirty="0"/>
              <a:t>Step13: open </a:t>
            </a:r>
            <a:r>
              <a:rPr lang="en-US" sz="1600" dirty="0" err="1"/>
              <a:t>yaml</a:t>
            </a:r>
            <a:r>
              <a:rPr lang="en-US" sz="1600" dirty="0"/>
              <a:t> file - put runtime:python311</a:t>
            </a:r>
          </a:p>
          <a:p>
            <a:r>
              <a:rPr lang="en-US" sz="1600" dirty="0"/>
              <a:t>Step11: </a:t>
            </a:r>
            <a:r>
              <a:rPr lang="en-US" sz="1600" dirty="0" err="1"/>
              <a:t>gcloud</a:t>
            </a:r>
            <a:r>
              <a:rPr lang="en-US" sz="1600" dirty="0"/>
              <a:t> </a:t>
            </a:r>
            <a:r>
              <a:rPr lang="en-US" sz="1600" dirty="0" err="1"/>
              <a:t>init</a:t>
            </a:r>
            <a:endParaRPr lang="en-US" sz="1600" dirty="0"/>
          </a:p>
          <a:p>
            <a:r>
              <a:rPr lang="en-US" sz="1600" dirty="0"/>
              <a:t>ask for several authentication process, kindly read it and procced accordingly</a:t>
            </a:r>
          </a:p>
          <a:p>
            <a:endParaRPr lang="en-US" sz="1600" dirty="0"/>
          </a:p>
          <a:p>
            <a:r>
              <a:rPr lang="en-US" sz="1600" dirty="0"/>
              <a:t>step12:gcloud app deploy --&gt; Gives global </a:t>
            </a:r>
            <a:r>
              <a:rPr lang="en-US" sz="1600" dirty="0" err="1"/>
              <a:t>url</a:t>
            </a:r>
            <a:endParaRPr lang="en-US" sz="1600" dirty="0"/>
          </a:p>
          <a:p>
            <a:r>
              <a:rPr lang="en-US" sz="1600" dirty="0"/>
              <a:t>Step13: To disable , under managed resource click settings and give "Disable the Application"</a:t>
            </a:r>
          </a:p>
        </p:txBody>
      </p:sp>
    </p:spTree>
    <p:extLst>
      <p:ext uri="{BB962C8B-B14F-4D97-AF65-F5344CB8AC3E}">
        <p14:creationId xmlns:p14="http://schemas.microsoft.com/office/powerpoint/2010/main" val="251797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5A58-A486-8CFA-45C7-3C05DDC69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36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F42C-1F70-8301-6A1B-EBB8B7A6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90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2A9E-3D2D-94E7-84C5-C80682D4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70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753</Words>
  <Application>Microsoft Office PowerPoint</Application>
  <PresentationFormat>Widescreen</PresentationFormat>
  <Paragraphs>164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</cp:revision>
  <dcterms:created xsi:type="dcterms:W3CDTF">2025-12-25T04:37:25Z</dcterms:created>
  <dcterms:modified xsi:type="dcterms:W3CDTF">2025-12-28T14:32:11Z</dcterms:modified>
</cp:coreProperties>
</file>